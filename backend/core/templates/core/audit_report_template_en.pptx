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75212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B6470"/>
                </a:solidFill>
                <a:latin typeface="Calibri"/>
              </a:rPr>
              <a:t>[Client name]  |  [Report title]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20000" y="504000"/>
            <a:ext cx="10752120" cy="0"/>
          </a:xfrm>
          <a:prstGeom prst="line">
            <a:avLst/>
          </a:prstGeom>
          <a:ln w="9525">
            <a:solidFill>
              <a:srgbClr val="B8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6426000"/>
            <a:ext cx="1075212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B6470"/>
                </a:solidFill>
                <a:latin typeface="Calibri"/>
              </a:rPr>
              <a:t>Confidential. Goldline Consultancy Ltd, 124 City Road, London EC1V 2NX. Company number 10901798.  Page </a:t>
            </a:r>
            <a:fld id="{B6F15528-21DE-4FAA-801E-634DDDAF4B2B}" type="slidenum">
              <a:rPr sz="950">
                <a:solidFill>
                  <a:srgbClr val="1B1F26"/>
                </a:solidFill>
                <a:latin typeface="Calibri"/>
              </a:rPr>
              <a:t>#</a:t>
            </a:fld>
          </a:p>
        </p:txBody>
      </p:sp>
      <p:pic>
        <p:nvPicPr>
          <p:cNvPr id="5" name="Picture 4" descr="goldline-grc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20000"/>
            <a:ext cx="720000" cy="72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1728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B8892B"/>
                </a:solidFill>
                <a:latin typeface="Calibri"/>
              </a:rPr>
              <a:t>COMPLIANCE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16000"/>
            <a:ext cx="648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Calibri"/>
              </a:rPr>
              <a:t>[Report title]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84000"/>
            <a:ext cx="6480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0A1628"/>
                </a:solidFill>
                <a:latin typeface="Calibri"/>
              </a:rPr>
              <a:t>Mapped to ISO/IEC 27001:2022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880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F26"/>
                </a:solidFill>
                <a:latin typeface="Calibri"/>
              </a:rPr>
              <a:t>Executive summary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0000" y="3240000"/>
            <a:ext cx="6480000" cy="0"/>
          </a:xfrm>
          <a:prstGeom prst="line">
            <a:avLst/>
          </a:prstGeom>
          <a:ln w="25400">
            <a:solidFill>
              <a:srgbClr val="B8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60000" y="1080000"/>
          <a:ext cx="3888000" cy="172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40000"/>
                <a:gridCol w="2448000"/>
              </a:tblGrid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Company assessed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[Company assessed]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Prepared for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[Prepared for]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[Engagement]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Report date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[Report date]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[Version]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B1F26"/>
                          </a:solidFill>
                          <a:latin typeface="Calibri"/>
                        </a:rPr>
                        <a:t>Assessor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6F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Alfred Obeng, Goldline Consultancy Ltd. ISO/IEC 27001 Lead Auditor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20000" y="3600000"/>
            <a:ext cx="6480000" cy="7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B1F26"/>
                </a:solidFill>
                <a:latin typeface="Calibri"/>
              </a:rPr>
              <a:t>Confidential working document.</a:t>
            </a:r>
            <a:r>
              <a:rPr sz="900">
                <a:solidFill>
                  <a:srgbClr val="5B6470"/>
                </a:solidFill>
                <a:latin typeface="Calibri"/>
              </a:rPr>
              <a:t> Prepared for [Client name] and intended only for its management and auditors. Do not share it with third parties without written agreement from Goldline Consultancy Ltd. Governed by the law of England and Wales.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75212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B6470"/>
                </a:solidFill>
                <a:latin typeface="Calibri"/>
              </a:rPr>
              <a:t>[Client name]  |  [Report title]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20000" y="504000"/>
            <a:ext cx="10752120" cy="0"/>
          </a:xfrm>
          <a:prstGeom prst="line">
            <a:avLst/>
          </a:prstGeom>
          <a:ln w="9525">
            <a:solidFill>
              <a:srgbClr val="B8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6426000"/>
            <a:ext cx="1075212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B6470"/>
                </a:solidFill>
                <a:latin typeface="Calibri"/>
              </a:rPr>
              <a:t>Confidential. Goldline Consultancy Ltd, 124 City Road, London EC1V 2NX. Company number 10901798.  Page </a:t>
            </a:r>
            <a:fld id="{B6F15528-21DE-4FAA-801E-634DDDAF4B2B}" type="slidenum">
              <a:rPr sz="950">
                <a:solidFill>
                  <a:srgbClr val="1B1F26"/>
                </a:solidFill>
                <a:latin typeface="Calibri"/>
              </a:rPr>
              <a:t>#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752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96000"/>
            <a:ext cx="720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F26"/>
                </a:solidFill>
                <a:latin typeface="Calibri"/>
              </a:rPr>
              <a:t>1.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20000"/>
            <a:ext cx="720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F26"/>
                </a:solidFill>
                <a:latin typeface="Calibri"/>
              </a:rPr>
              <a:t>2.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944000"/>
            <a:ext cx="720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F26"/>
                </a:solidFill>
                <a:latin typeface="Calibri"/>
              </a:rPr>
              <a:t>3. 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268000"/>
            <a:ext cx="7200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F26"/>
                </a:solidFill>
                <a:latin typeface="Calibri"/>
              </a:rPr>
              <a:t>4.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75212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B6470"/>
                </a:solidFill>
                <a:latin typeface="Calibri"/>
              </a:rPr>
              <a:t>[Client name]  |  [Report title]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20000" y="504000"/>
            <a:ext cx="10752120" cy="0"/>
          </a:xfrm>
          <a:prstGeom prst="line">
            <a:avLst/>
          </a:prstGeom>
          <a:ln w="9525">
            <a:solidFill>
              <a:srgbClr val="B8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6426000"/>
            <a:ext cx="1075212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B6470"/>
                </a:solidFill>
                <a:latin typeface="Calibri"/>
              </a:rPr>
              <a:t>Confidential. Goldline Consultancy Ltd, 124 City Road, London EC1V 2NX. Company number 10901798.  Page </a:t>
            </a:r>
            <a:fld id="{B6F15528-21DE-4FAA-801E-634DDDAF4B2B}" type="slidenum">
              <a:rPr sz="950">
                <a:solidFill>
                  <a:srgbClr val="1B1F26"/>
                </a:solidFill>
                <a:latin typeface="Calibri"/>
              </a:rPr>
              <a:t>#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752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1.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188000"/>
            <a:ext cx="10752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B1F26"/>
                </a:solidFill>
                <a:latin typeface="Calibri"/>
              </a:rPr>
              <a:t>What this covers:</a:t>
            </a:r>
            <a:r>
              <a:rPr sz="1050">
                <a:solidFill>
                  <a:srgbClr val="5B6470"/>
                </a:solidFill>
                <a:latin typeface="Calibri"/>
              </a:rPr>
              <a:t> [one or two sentences on scope and overall position]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0000" y="1656000"/>
          <a:ext cx="10746000" cy="57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49200"/>
                <a:gridCol w="2149200"/>
                <a:gridCol w="2149200"/>
                <a:gridCol w="2149200"/>
                <a:gridCol w="2149200"/>
              </a:tblGrid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Partially 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 applicable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Not assessed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75212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5B6470"/>
                </a:solidFill>
                <a:latin typeface="Calibri"/>
              </a:rPr>
              <a:t>[Client name]  |  [Report title]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20000" y="504000"/>
            <a:ext cx="10752120" cy="0"/>
          </a:xfrm>
          <a:prstGeom prst="line">
            <a:avLst/>
          </a:prstGeom>
          <a:ln w="9525">
            <a:solidFill>
              <a:srgbClr val="B88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0000" y="6426000"/>
            <a:ext cx="1075212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5B6470"/>
                </a:solidFill>
                <a:latin typeface="Calibri"/>
              </a:rPr>
              <a:t>Confidential. Goldline Consultancy Ltd, 124 City Road, London EC1V 2NX. Company number 10901798.  Page </a:t>
            </a:r>
            <a:fld id="{B6F15528-21DE-4FAA-801E-634DDDAF4B2B}" type="slidenum">
              <a:rPr sz="950">
                <a:solidFill>
                  <a:srgbClr val="1B1F26"/>
                </a:solidFill>
                <a:latin typeface="Calibri"/>
              </a:rPr>
              <a:t>#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720000" y="720000"/>
            <a:ext cx="10752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2. Findings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224000"/>
          <a:ext cx="10753200" cy="144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40000"/>
                <a:gridCol w="3240000"/>
                <a:gridCol w="4680000"/>
                <a:gridCol w="1393200"/>
              </a:tblGrid>
              <a:tr h="28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ISO 27001 reference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Observation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0A1628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[A.5.15]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[Requirement]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[Observation]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C6EFC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[A.8.13]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[Requirement]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[Observation]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Partially 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EB9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[A.5.24]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[Requirement]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[Observation]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Not met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C7CE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[A.8.8]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[Requirement]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[Observation]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6"/>
                          </a:solidFill>
                          <a:latin typeface="Calibri"/>
                        </a:rPr>
                        <a:t>Not assessed</a:t>
                      </a:r>
                    </a:p>
                  </a:txBody>
                  <a:tcPr marL="50800" marR="50800" marT="50800" marB="50800">
                    <a:lnL w="6350" cmpd="sng">
                      <a:solidFill>
                        <a:srgbClr val="D9D3C4"/>
                      </a:solidFill>
                    </a:lnL>
                    <a:lnR w="6350" cmpd="sng">
                      <a:solidFill>
                        <a:srgbClr val="D9D3C4"/>
                      </a:solidFill>
                    </a:lnR>
                    <a:lnT w="6350" cmpd="sng">
                      <a:solidFill>
                        <a:srgbClr val="D9D3C4"/>
                      </a:solidFill>
                    </a:lnT>
                    <a:lnB w="6350" cmpd="sng">
                      <a:solidFill>
                        <a:srgbClr val="D9D3C4"/>
                      </a:solidFill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AppVersion>14.0000</AppVersion>
  <Company>Goldline Consultancy Ltd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Goldline report slides</dc:title>
  <dc:subject/>
  <dc:creator>Goldline Consultancy Ltd</dc:creator>
  <cp:keywords/>
  <dc:description>generated using python-pptx</dc:description>
  <cp:lastModifiedBy>Goldline Consultancy Ltd</cp:lastModifiedBy>
  <cp:revision>1</cp:revision>
  <dcterms:created xsi:type="dcterms:W3CDTF">2013-01-27T09:14:16Z</dcterms:created>
  <dcterms:modified xsi:type="dcterms:W3CDTF">2013-01-27T09:15:58Z</dcterms:modified>
  <cp:category/>
</cp:coreProperties>
</file>